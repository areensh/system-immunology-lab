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 v0.3.0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Statistics API for Cross-Study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Repertoire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BCR Repertoire Use Case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Immunology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Heterogeneity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AIRR-seq studies use different metadata schemas, disease labels, and tissue types across repositories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8288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Cross-Study Statistics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(iReceptor, VDJServer) focus on sequence storage and retrieval, not comparative analysis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Harmonization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must manually reconcile metadata before any cross-study comparison is possible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4632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983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82880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Gap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303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analysis pipelines make it difficult to replicate findings across different cohorts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IS-API: 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API built on ImmuneDB that enables standardized cross-study BCR analysis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50292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0" y="17373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21792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Metadata-Driven Filtering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1792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disease stage, tissue, sex, age across all databases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852160" y="26517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Statistical Endpoints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1792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count, clone size, CDR3 length, somatic mutations, Top-X analysis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52160" y="35661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621792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ImmuneDB Instances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21792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COVID-19, vaccine, healthy, and transplant cohorts unified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52160" y="44805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4480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Output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217920" y="4800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responses for programmatic downstream analysis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Cohort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611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651760"/>
            <a:ext cx="5669280" cy="36576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217920" y="2788920"/>
            <a:ext cx="7315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49440" y="2788920"/>
            <a:ext cx="21945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0" y="2788920"/>
            <a:ext cx="45720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601200" y="2788920"/>
            <a:ext cx="25603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217920" y="3172968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949440" y="3172968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Covid19_db3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172968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172968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17920" y="3557016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949440" y="3557016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covid_db2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144000" y="3557016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601200" y="3557016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Severe, Moderate, Recovered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3941064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49440" y="3941064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144000" y="3941064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601200" y="3941064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Severe, Healthy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217920" y="4325112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49440" y="4325112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vaccine2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144000" y="4325112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601200" y="4325112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Naive, Recovered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217920" y="4709160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CVX2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949440" y="4709160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covid_vaccine_new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144000" y="4709160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9601200" y="4709160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217920" y="5093208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949440" y="5093208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lp16_Igblast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144000" y="5093208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01200" y="5093208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217920" y="5477256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GT1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949440" y="5477256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sykesIgblast2020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44000" y="5477256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01200" y="5477256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 (excluded)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Stage Harmonization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original disease labels → 6 harmonized categories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371600"/>
            <a:ext cx="5943600" cy="32918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943600" cy="3291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Disease Labels by Dataset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2179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Harmonized Categories with Original Label Breakdown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Exclusions: 3 HC1 subjects (no age/sex), 2 CVX2 controls, GT1 transplant cohort. Blood/PBL tissue only.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Participant Demographics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7724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03920" y="1188720"/>
            <a:ext cx="3200400" cy="4114800"/>
          </a:xfrm>
          <a:prstGeom prst="roundRect">
            <a:avLst>
              <a:gd name="adj" fmla="val 4286"/>
            </a:avLst>
          </a:prstGeom>
          <a:solidFill>
            <a:srgbClr val="F0F4F8"/>
          </a:solidFill>
          <a:ln/>
        </p:spPr>
      </p:sp>
      <p:sp>
        <p:nvSpPr>
          <p:cNvPr id="5" name="Text 2"/>
          <p:cNvSpPr/>
          <p:nvPr/>
        </p:nvSpPr>
        <p:spPr>
          <a:xfrm>
            <a:off x="868680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Demographics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range: 18–87 years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0" y="24231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Male, 34 Female, 14 NA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0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age: 48 years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0" y="3429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 dominates Severe &amp; Mild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0" y="39319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 = all COVID Naive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= all Healthy controls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Size Distribution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sequences per clone (clones with ≥20 unique sequences)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highest median clone size and widest distribution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743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has the heaviest upper tail (max ~8,600 unique sequences)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383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shows most heterogeneous pattern across subjects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(HC1) has compact distribution, consistent with diverse unexpanded repertoire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groups show right-skewed distributions on log scale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Somatic Hypermutation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 (Top 10 Clones)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Region Mutations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counts represent unique nucleotide positions differing from germline. Higher mutation in COVID Naive and Recovered groups suggests mature, affinity-selected B cell responses. CDR mutations indicate antigen-driven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CDR3 Length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(Top 10 Clones, AA)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Range per Subject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lengths are relatively consistent across disease categories (~15–16 AA for top clones), suggesting the overall structural constraints on antigen binding are preserved. Greater CDR3 range diversity is observed in COVID Naive and Recovered groups.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Conclusions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444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enables cross-study analysis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harmonized 103 subjects across 7 databases with 6 disease categories through metadata-driven filtering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514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587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severity shapes BCR repertoire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971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differences in clone size, mutation burden, and CDR3 diversity across COVID-19 severity groups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30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distinct expansion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114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clonal expansion and mutation counts, suggesting pre-existing mature memory B cell responses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4800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73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API reduces barriers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5257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analysis pipeline replacing manual harmonization, enabling broader immunological studies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v0.3.0  |  System Immunology 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2026-08-11T08:05:47Z</dcterms:created>
  <dcterms:modified xsi:type="dcterms:W3CDTF">2026-08-11T08:05:47Z</dcterms:modified>
</cp:coreProperties>
</file>